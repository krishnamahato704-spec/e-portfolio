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0E7274-09DE-E074-BA83-70AF36B1096D}"/>
              </a:ext>
            </a:extLst>
          </p:cNvPr>
          <p:cNvSpPr txBox="1"/>
          <p:nvPr/>
        </p:nvSpPr>
        <p:spPr>
          <a:xfrm>
            <a:off x="1651000" y="6705600"/>
            <a:ext cx="2514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Presented By</a:t>
            </a:r>
          </a:p>
          <a:p>
            <a:r>
              <a:rPr lang="en-US" sz="2800" dirty="0"/>
              <a:t>Krishna Mahato</a:t>
            </a:r>
          </a:p>
          <a:p>
            <a:r>
              <a:rPr lang="en-US" sz="2800" dirty="0"/>
              <a:t>A3410525022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Custom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mahato</cp:lastModifiedBy>
  <cp:revision>2</cp:revision>
  <dcterms:created xsi:type="dcterms:W3CDTF">2006-08-16T00:00:00Z</dcterms:created>
  <dcterms:modified xsi:type="dcterms:W3CDTF">2026-04-01T16:42:08Z</dcterms:modified>
</cp:coreProperties>
</file>